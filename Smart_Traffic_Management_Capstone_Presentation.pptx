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  <p:defaultTextStyle>
    <a:defPPr/>
    <a:lvl1pPr marL="342900" indent="-285750"/>
    <a:lvl2pPr marL="742950" indent="-285750"/>
    <a:lvl3pPr marL="1143000" indent="-285750"/>
  </p:defaultTextStyle>
</p:presentation>
</file>

<file path=ppt/_rels/presentation.xml.rels>&#65279;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</Relationships>
</file>

<file path=ppt/slideLayouts/_rels/slideLayout1.xml.rels>&#65279;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Smart Traffic Management System for Urban Congestion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Capstone project presentation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AI-assisted traffic monitoring platform for mixed urban roads and adaptive junction management.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Combines the original HTML simulation with a live Python vision dashboard.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Processes camera, image, and video sources in one workflow.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Supports cloud AI suggestions with offline-safe fallback.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Project theme: traffic analytics, adaptive control, and operational decision support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Problem Statement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Why the project matters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Urban junctions face recurring congestion and irregular mixed-traffic flow.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Fixed signal timing does not adapt well to buses, trucks, motorcycles, and pedestrians.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Manual traffic monitoring is slow and difficult to scale.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The project converts live traffic scenes into measurable analytics and operator guidance.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Focus context: Indian-style mixed traffic and dynamic junction behavior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Project Objectives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Core goals of the capstone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Detect and classify traffic participants from live feeds, images, and videos.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Estimate congestion, mobility, throughput, and corridor pressure.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Support north, east, south, and west directional analysis.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Generate operational suggestions using AI and offline rules.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Objective alignment: visibility, analytics, and intervention support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Solution Overview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Two connected layers in one project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Layer 1: HTML simulation prototype for adaptive junction behavior and analytics.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Layer 2: Python traffic-vision platform for real footage analysis.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New dashboard and control-center interfaces extend the original concept.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The project moves from simulation-only logic toward real-world traffic monitoring.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Project structure: simulation plus live AI-powered monitoring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System Workflow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How data moves through the platform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Input sources include camera streams, uploaded media, local files, and video feeds.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FrameSourceManager reads the selected source and sends frames to the processor.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YOLO performs object detection, with OpenCV motion detection as fallback.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Tracking and analytics convert detections into live metrics and recommendations.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Pipeline summary: source -&gt; detection -&gt; tracking -&gt; analytics -&gt; advisory -&gt; dashboard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Updated Code Features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Recent implementation-level improvements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Processor now manages operator state such as mode, override corridor, manual priority, and simulation pause.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Zone center values can be adjusted dynamically for better corridor splitting.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Control-center route adds an analysis-to-simulation workflow beyond the basic dashboard.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Current state API returns live analytics together with operator and simulation state.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These updates make the system closer to an operator-facing smart traffic console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Analytics and Scoring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What the system measures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Weighted scoring treats heavy vehicles, two-wheelers, and pedestrians differently.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Corridor pressure is computed from density, motion, penalties, and spillover.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Congestion index and mobility score summarize overall junction conditions.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The hottest corridor is selected for controller notes and intervention guidance.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Analytics are tuned for mixed urban traffic conditions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Dashboard and Control Center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User-facing capabilities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Live annotated traffic feed with metrics and trend charts.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Source switching and media upload without restarting the system.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Separate north, south, east, and west views in the control-center flow.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Alerts, AI suggestions, class breakdown, and corridor pressure displayed in one interface.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Available routes include /dashboard and /control-center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Technology Stack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Implementation choices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Frontend uses HTML, CSS, and JavaScript for dashboard interaction.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Backend uses Python and Flask for APIs and live processing.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OpenCV handles image processing and fallback motion detection.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Ultralytics YOLO powers object detection and class recognition.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PowerShell launch scripts support Windows-friendly setup and execution.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The stack is practical for a capstone demo on Windows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Strengths and Benefits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What the project delivers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Bridges the gap between conceptual simulation and real footage analysis.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Continues working through fallback paths in detection and advisory layers.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Supports mixed urban traffic rather than only simple lane-based scenarios.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Provides a strong base for smart control-room and digital-twin extensions.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A major strength is graceful degradation instead of total failure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Limitations and Future Scope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Where the project can grow next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Recognition quality still depends on the selected YOLO model weights.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Indian-specific classes can improve with custom fine-tuned datasets.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Future work can add helmet checks, lane-violation detection, and emergency priority.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The system can expand to multi-junction coordination and municipal integration.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The repository already identifies several realistic extension paths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lide Title"/>
          <p:cNvSpPr txBox="1"/>
          <p:nvPr/>
        </p:nvSpPr>
        <p:spPr>
          <a:xfrm>
            <a:off x="54864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buNone/>
            <a:r>
              <a:rPr lang="en-IN" sz="2800" b="1" dirty="0" smtClean="0">
                <a:solidFill>
                  <a:srgbClr val="FFFFFF"/>
                </a:solidFill>
                <a:latin typeface="Aptos Display"/>
              </a:rPr>
              <a:t>Conclusion</a:t>
            </a:r>
            <a:endParaRPr lang="en-IN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Slide Subtitle"/>
          <p:cNvSpPr txBox="1"/>
          <p:nvPr/>
        </p:nvSpPr>
        <p:spPr>
          <a:xfrm>
            <a:off x="640080" y="1100000"/>
            <a:ext cx="10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800" dirty="0" smtClean="0">
                <a:solidFill>
                  <a:srgbClr val="475569"/>
                </a:solidFill>
                <a:latin typeface="Aptos"/>
              </a:rPr>
              <a:t>Capstone takeaway</a:t>
            </a:r>
            <a:endParaRPr lang="en-IN" sz="18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5" name="Slide Body"/>
          <p:cNvSpPr txBox="1"/>
          <p:nvPr/>
        </p:nvSpPr>
        <p:spPr>
          <a:xfrm>
            <a:off x="731520" y="1650000"/>
            <a:ext cx="104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The project demonstrates a practical smart traffic management workflow.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It combines simulation, computer vision, analytics, and AI-assisted recommendations.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The updated codebase is more modular, interactive, and operator-oriented.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  <a:p>
            <a:pPr lvl="0"/>
            <a:buChar char="•"/>
            <a:r>
              <a:rPr lang="en-IN" sz="2200" dirty="0" smtClean="0">
                <a:solidFill>
                  <a:srgbClr val="111827"/>
                </a:solidFill>
                <a:latin typeface="Aptos"/>
              </a:rPr>
              <a:t>With custom models and broader integration, it can grow into a stronger real-world system.</a:t>
            </a:r>
            <a:endParaRPr lang="en-IN" sz="220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6" name="Slide Footer"/>
          <p:cNvSpPr txBox="1"/>
          <p:nvPr/>
        </p:nvSpPr>
        <p:spPr>
          <a:xfrm>
            <a:off x="731520" y="6500000"/>
            <a:ext cx="104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lvl="0"/>
            <a:buNone/>
            <a:r>
              <a:rPr lang="en-IN" sz="1200" dirty="0" smtClean="0">
                <a:solidFill>
                  <a:srgbClr val="64748B"/>
                </a:solidFill>
                <a:latin typeface="Aptos"/>
              </a:rPr>
              <a:t>Thank you</a:t>
            </a:r>
            <a:endParaRPr lang="en-IN" sz="120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 Colors">
      <a:dk1>
        <a:srgbClr val="111827"/>
      </a:dk1>
      <a:lt1>
        <a:srgbClr val="FFFFFF"/>
      </a:lt1>
      <a:dk2>
        <a:srgbClr val="0F172A"/>
      </a:dk2>
      <a:lt2>
        <a:srgbClr val="F8FAFC"/>
      </a:lt2>
      <a:accent1>
        <a:srgbClr val="0F4C81"/>
      </a:accent1>
      <a:accent2>
        <a:srgbClr val="0EA5E9"/>
      </a:accent2>
      <a:accent3>
        <a:srgbClr val="10B981"/>
      </a:accent3>
      <a:accent4>
        <a:srgbClr val="F97316"/>
      </a:accent4>
      <a:accent5>
        <a:srgbClr val="F59E0B"/>
      </a:accent5>
      <a:accent6>
        <a:srgbClr val="8B5CF6"/>
      </a:accent6>
      <a:hlink>
        <a:srgbClr val="2563EB"/>
      </a:hlink>
      <a:folHlink>
        <a:srgbClr val="7C3AED"/>
      </a:folHlink>
    </a:clrScheme>
    <a:fontScheme name="Codex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odex Format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100000">
              <a:schemeClr val="phClr">
                <a:satMod val="105000"/>
                <a:lumMod val="103000"/>
                <a:shade val="7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satMod val="120000"/>
                <a:lumMod val="99000"/>
                <a:shade val="78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gradFill rotWithShape="1">
          <a:gsLst>
            <a:gs pos="0">
              <a:schemeClr val="lt1"/>
            </a:gs>
            <a:gs pos="100000">
              <a:schemeClr val="lt2"/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12</vt:i4>
      </vt:variant>
    </vt:vector>
  </HeadingPairs>
  <TitlesOfParts>
    <vt:vector size="12" baseType="lpstr">
      <vt:lpstr>Smart Traffic Management System for Urban Congestion</vt:lpstr>
      <vt:lpstr>Problem Statement</vt:lpstr>
      <vt:lpstr>Project Objectives</vt:lpstr>
      <vt:lpstr>Solution Overview</vt:lpstr>
      <vt:lpstr>System Workflow</vt:lpstr>
      <vt:lpstr>Updated Code Features</vt:lpstr>
      <vt:lpstr>Analytics and Scoring</vt:lpstr>
      <vt:lpstr>Dashboard and Control Center</vt:lpstr>
      <vt:lpstr>Technology Stack</vt:lpstr>
      <vt:lpstr>Strengths and Benefits</vt:lpstr>
      <vt:lpstr>Limitations and 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Management Capstone Presentation</dc:title>
  <dc:creator>Codex</dc:creator>
  <cp:lastModifiedBy>Codex</cp:lastModifiedBy>
  <dcterms:created xsi:type="dcterms:W3CDTF">2026-03-20T00:00:00Z</dcterms:created>
  <dcterms:modified xsi:type="dcterms:W3CDTF">2026-03-20T00:00:00Z</dcterms:modified>
</cp:coreProperties>
</file>