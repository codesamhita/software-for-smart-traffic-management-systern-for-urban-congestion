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57" r:id="rId4"/>
    <p:sldId id="274" r:id="rId5"/>
    <p:sldId id="275" r:id="rId6"/>
    <p:sldId id="273" r:id="rId7"/>
    <p:sldId id="277" r:id="rId8"/>
    <p:sldId id="278" r:id="rId9"/>
    <p:sldId id="279" r:id="rId10"/>
    <p:sldId id="272" r:id="rId11"/>
    <p:sldId id="271" r:id="rId12"/>
    <p:sldId id="276" r:id="rId13"/>
    <p:sldId id="268" r:id="rId14"/>
    <p:sldId id="270" r:id="rId15"/>
    <p:sldId id="265" r:id="rId16"/>
    <p:sldId id="280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B1FE8E6-9101-F559-793F-EB28A62B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71736EE-1D93-6C91-A93B-D6AA82CAE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FD637D8-0802-5C7A-8988-C95B62EB1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20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EE7A942-677D-43E3-5E84-7C31E4AD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14DE1C5-23A6-5369-FEEF-12C02E5A7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1AA37CF-FE48-4189-2E92-5C6FAA0F9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05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</a:rPr>
              <a:t>Smart Traffic Management System for Urban Congestion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(AI-Enabled Traffic Control &amp; Accident Hotspot Mapping)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1837335"/>
            <a:ext cx="4391131" cy="78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SIH:25050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</a:t>
            </a: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_120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IN" sz="21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Mohammed </a:t>
            </a:r>
            <a:r>
              <a:rPr lang="en-IN" sz="21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Mujeer</a:t>
            </a:r>
            <a:r>
              <a:rPr lang="en-IN" sz="21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Ulla </a:t>
            </a: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&amp;  </a:t>
            </a:r>
          </a:p>
          <a:p>
            <a:r>
              <a:rPr lang="en-IN" b="1" dirty="0"/>
              <a:t>                                </a:t>
            </a:r>
            <a:r>
              <a:rPr lang="en-IN" sz="21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Tanveer Ahmed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or 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400521601"/>
              </p:ext>
            </p:extLst>
          </p:nvPr>
        </p:nvGraphicFramePr>
        <p:xfrm>
          <a:off x="530760" y="2426309"/>
          <a:ext cx="5418675" cy="173740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7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lang="en-IN"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20221CSE0075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Hemanth G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20221CSE0224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Harsha Vardhana T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B.TECH Computer Science and Engineering.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 ,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Mr.Muthuraj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SIH25050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r>
              <a:rPr lang="en-US" sz="1800" dirty="0"/>
              <a:t>Urban cities in Odisha face serious traffic congestion due to fixed-time traffic signals, lack of real-time traffic monitoring, and rapid increase in vehicles. These issues cause long waiting times, traffic jams, increased fuel consumption, pollution, and a high rate of road accidents. Emergency vehicles are also delayed due to poor traffic control.</a:t>
            </a:r>
          </a:p>
          <a:p>
            <a:r>
              <a:rPr lang="en-US" sz="1800" dirty="0"/>
              <a:t>Traditional traffic management systems are unable to adapt to changing traffic conditions. A smart, AI-based traffic management system is required to automatically monitor traffic density, control signal timings, and identify congestion and accident-prone zones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22046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dirty="0"/>
              <a:t>• Detect vehicles from traffic surveillance videos using AI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Estimate real-time traffic density</a:t>
            </a:r>
            <a:br>
              <a:rPr lang="en-US" dirty="0"/>
            </a:br>
            <a:r>
              <a:rPr lang="en-US" dirty="0"/>
              <a:t>• Dynamically compute green signal timing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Simulate adaptive traffic signal control</a:t>
            </a:r>
            <a:br>
              <a:rPr lang="en-US" dirty="0"/>
            </a:br>
            <a:r>
              <a:rPr lang="en-US" dirty="0"/>
              <a:t>• Visualize traffic parameters using a dashboard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Identify congestion and accident-prone zones (future scope)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1A063C9-5CAF-85AA-C376-F5F94430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FCD881B-BB19-E7E9-3DFC-472077087E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for title Selection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F50CF68-04B8-D4E7-1D8B-7274F4DB8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220466"/>
            <a:ext cx="10668000" cy="469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Industry Context:</a:t>
            </a:r>
            <a:b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Most urban traffic systems use fixed signal timings and manual monitoring, which leads to inefficiency during peak hours and traffic congestion.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Academic Foundations: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Recent research shows that computer vision and machine learning can accurately detect vehicles and analyze traffic flow in real time.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Basis: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Our system uses YOLOv8 for vehicle detection, OpenCV for video processing, and Python-based logic for traffic decision-making.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lack real-time adaptability and intelligent decision logic.</a:t>
            </a:r>
          </a:p>
        </p:txBody>
      </p:sp>
    </p:spTree>
    <p:extLst>
      <p:ext uri="{BB962C8B-B14F-4D97-AF65-F5344CB8AC3E}">
        <p14:creationId xmlns:p14="http://schemas.microsoft.com/office/powerpoint/2010/main" val="377176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5497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24349" y="997673"/>
            <a:ext cx="10668000" cy="487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r>
              <a:rPr lang="en-IN" b="1" dirty="0"/>
              <a:t>Core Technologies Used:</a:t>
            </a:r>
            <a:br>
              <a:rPr lang="en-IN" dirty="0"/>
            </a:b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YOLOv8 (Vehicle Detection)</a:t>
            </a:r>
            <a:br>
              <a:rPr lang="en-IN" dirty="0"/>
            </a:br>
            <a:r>
              <a:rPr lang="en-IN" dirty="0"/>
              <a:t>• OpenCV (Video Processing)</a:t>
            </a:r>
            <a:br>
              <a:rPr lang="en-IN" dirty="0"/>
            </a:br>
            <a:r>
              <a:rPr lang="en-IN" dirty="0"/>
              <a:t>• Flask (Dashboard – in progress)</a:t>
            </a:r>
            <a:br>
              <a:rPr lang="en-IN" dirty="0"/>
            </a:br>
            <a:r>
              <a:rPr lang="en-IN" dirty="0"/>
              <a:t>• NumPy &amp; Pandas</a:t>
            </a:r>
          </a:p>
          <a:p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• VS Code</a:t>
            </a:r>
            <a:br>
              <a:rPr lang="en-IN" dirty="0"/>
            </a:br>
            <a:r>
              <a:rPr lang="en-IN" dirty="0"/>
              <a:t>• GitHub</a:t>
            </a:r>
            <a:br>
              <a:rPr lang="en-IN" dirty="0"/>
            </a:br>
            <a:r>
              <a:rPr lang="en-IN" dirty="0"/>
              <a:t>• Pre-trained YOLOv8 model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88A5-DAE8-E9E6-EBAE-64B08E29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E4BB9-FC27-2F94-1EC4-6E3E5CF8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Identified Challenges:</a:t>
            </a:r>
            <a:br>
              <a:rPr lang="en-IN" dirty="0"/>
            </a:br>
            <a:r>
              <a:rPr lang="en-IN" dirty="0"/>
              <a:t>• Fixed signal timings</a:t>
            </a:r>
            <a:br>
              <a:rPr lang="en-IN" dirty="0"/>
            </a:br>
            <a:r>
              <a:rPr lang="en-IN" dirty="0"/>
              <a:t>• No real-time traffic analysis</a:t>
            </a:r>
            <a:br>
              <a:rPr lang="en-IN" dirty="0"/>
            </a:br>
            <a:r>
              <a:rPr lang="en-IN" dirty="0"/>
              <a:t>• Poor congestion handling</a:t>
            </a:r>
            <a:br>
              <a:rPr lang="en-IN" dirty="0"/>
            </a:br>
            <a:r>
              <a:rPr lang="en-IN" dirty="0"/>
              <a:t>• High accident risk</a:t>
            </a:r>
          </a:p>
          <a:p>
            <a:r>
              <a:rPr lang="en-IN" b="1" dirty="0"/>
              <a:t>Proposed AI Solution:</a:t>
            </a:r>
            <a:br>
              <a:rPr lang="en-IN" dirty="0"/>
            </a:br>
            <a:r>
              <a:rPr lang="en-IN" dirty="0"/>
              <a:t>• AI-based vehicle detection</a:t>
            </a:r>
            <a:br>
              <a:rPr lang="en-IN" dirty="0"/>
            </a:br>
            <a:r>
              <a:rPr lang="en-IN" dirty="0"/>
              <a:t>• Traffic density estimation</a:t>
            </a:r>
            <a:br>
              <a:rPr lang="en-IN" dirty="0"/>
            </a:br>
            <a:r>
              <a:rPr lang="en-IN" dirty="0"/>
              <a:t>• Dynamic signal timing simulation</a:t>
            </a:r>
            <a:br>
              <a:rPr lang="en-IN" dirty="0"/>
            </a:br>
            <a:r>
              <a:rPr lang="en-IN" dirty="0"/>
              <a:t>• Scalable software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9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BA83-9293-DBC0-CC83-CC112FDA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STATUS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71825-5B80-74CD-0BBF-E3751E0B2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Completed Modules:</a:t>
            </a:r>
            <a:br>
              <a:rPr lang="en-IN" dirty="0"/>
            </a:br>
            <a:r>
              <a:rPr lang="en-IN" dirty="0"/>
              <a:t>✔ Vehicle Detection using YOLOv8</a:t>
            </a:r>
            <a:br>
              <a:rPr lang="en-IN" dirty="0"/>
            </a:br>
            <a:r>
              <a:rPr lang="en-IN" dirty="0"/>
              <a:t>✔ Vehicle Counting Logic</a:t>
            </a:r>
            <a:br>
              <a:rPr lang="en-IN" dirty="0"/>
            </a:br>
            <a:r>
              <a:rPr lang="en-IN" dirty="0"/>
              <a:t>✔ Traffic Density Classification (Low / Medium / High)</a:t>
            </a:r>
            <a:br>
              <a:rPr lang="en-IN" dirty="0"/>
            </a:br>
            <a:r>
              <a:rPr lang="en-IN" dirty="0"/>
              <a:t>✔ Dynamic Signal Timing Simulation</a:t>
            </a:r>
            <a:br>
              <a:rPr lang="en-IN" dirty="0"/>
            </a:br>
            <a:r>
              <a:rPr lang="en-IN" dirty="0"/>
              <a:t>   Real-time Video Output with Overlays</a:t>
            </a:r>
          </a:p>
          <a:p>
            <a:endParaRPr lang="en-IN" dirty="0"/>
          </a:p>
          <a:p>
            <a:r>
              <a:rPr lang="en-IN" b="1" dirty="0"/>
              <a:t>In Progress:</a:t>
            </a:r>
            <a:br>
              <a:rPr lang="en-IN" dirty="0"/>
            </a:br>
            <a:r>
              <a:rPr lang="en-IN" dirty="0"/>
              <a:t>• Web Dashboard</a:t>
            </a:r>
            <a:br>
              <a:rPr lang="en-IN" dirty="0"/>
            </a:br>
            <a:r>
              <a:rPr lang="en-IN" dirty="0"/>
              <a:t>• Hotspot Mapping</a:t>
            </a:r>
          </a:p>
          <a:p>
            <a:pPr marL="76200" indent="0">
              <a:buNone/>
            </a:pPr>
            <a:br>
              <a:rPr lang="en-IN" dirty="0"/>
            </a:br>
            <a:endParaRPr lang="en-IN" dirty="0"/>
          </a:p>
          <a:p>
            <a:pPr marL="7620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97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DA5D-9C25-51DD-951D-9DFBFA3D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352AB-3965-6FA8-A4B4-0E7E7B0D9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1)Simulation Features:</a:t>
            </a:r>
            <a:br>
              <a:rPr lang="en-US" dirty="0"/>
            </a:br>
            <a:r>
              <a:rPr lang="en-US" dirty="0"/>
              <a:t>     • Real traffic video used as input</a:t>
            </a:r>
            <a:br>
              <a:rPr lang="en-US" dirty="0"/>
            </a:br>
            <a:r>
              <a:rPr lang="en-US" dirty="0"/>
              <a:t>     • Vehicles detected and counted in real time</a:t>
            </a:r>
            <a:br>
              <a:rPr lang="en-US" dirty="0"/>
            </a:br>
            <a:r>
              <a:rPr lang="en-US" dirty="0"/>
              <a:t>     • Density classified as LOW / MEDIUM / HIGH</a:t>
            </a:r>
            <a:br>
              <a:rPr lang="en-US" dirty="0"/>
            </a:br>
            <a:r>
              <a:rPr lang="en-US" dirty="0"/>
              <a:t>     • Green signal time adjusted dynamically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2) Observed Outcome:</a:t>
            </a:r>
            <a:br>
              <a:rPr lang="en-US" dirty="0"/>
            </a:br>
            <a:r>
              <a:rPr lang="en-US" dirty="0"/>
              <a:t>      • Reduced idle waiting time (simulated)</a:t>
            </a:r>
            <a:br>
              <a:rPr lang="en-US" dirty="0"/>
            </a:br>
            <a:r>
              <a:rPr lang="en-US" dirty="0"/>
              <a:t>      • Improved traffic flow decisions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4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42FFFA-CC8A-2BB1-8B05-6C40EAC17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15835"/>
              </p:ext>
            </p:extLst>
          </p:nvPr>
        </p:nvGraphicFramePr>
        <p:xfrm>
          <a:off x="1531728" y="2095500"/>
          <a:ext cx="8128000" cy="304800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26992695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85171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Software and libraries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33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Python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529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OpenCV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80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YOLO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64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Flask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151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MySQL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178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IN" sz="1800" dirty="0"/>
                        <a:t>Google Maps API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66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83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8746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Traffic System Limitations &amp; Our AI Solutions</a:t>
            </a:r>
          </a:p>
          <a:p>
            <a:pPr marL="76200" indent="0">
              <a:buNone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F27AE7-E63B-DFC4-AD8D-881CEE16C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29136"/>
              </p:ext>
            </p:extLst>
          </p:nvPr>
        </p:nvGraphicFramePr>
        <p:xfrm>
          <a:off x="1661020" y="1921078"/>
          <a:ext cx="8472881" cy="3902559"/>
        </p:xfrm>
        <a:graphic>
          <a:graphicData uri="http://schemas.openxmlformats.org/drawingml/2006/table">
            <a:tbl>
              <a:tblPr firstRow="1" bandRow="1"/>
              <a:tblGrid>
                <a:gridCol w="4236440">
                  <a:extLst>
                    <a:ext uri="{9D8B030D-6E8A-4147-A177-3AD203B41FA5}">
                      <a16:colId xmlns:a16="http://schemas.microsoft.com/office/drawing/2014/main" val="249821470"/>
                    </a:ext>
                  </a:extLst>
                </a:gridCol>
                <a:gridCol w="4236441">
                  <a:extLst>
                    <a:ext uri="{9D8B030D-6E8A-4147-A177-3AD203B41FA5}">
                      <a16:colId xmlns:a16="http://schemas.microsoft.com/office/drawing/2014/main" val="3318398724"/>
                    </a:ext>
                  </a:extLst>
                </a:gridCol>
              </a:tblGrid>
              <a:tr h="17994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Fixed Signal Timings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Same timing regardless of traffic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☒ Causes congestion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AI-based dynamic signal control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☑ Time adjusted using vehicle density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No Hotspot Identification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dirty="0"/>
                        <a:t>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No accident or congestion mapping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dirty="0"/>
                        <a:t>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Heatmap based hotspot detection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101"/>
                  </a:ext>
                </a:extLst>
              </a:tr>
              <a:tr h="17994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No Real-Time Monitoring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☒ Manual traffic observation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☑ Camera-based real-time vehicle detection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 Poor Emergency Handling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No priority for emergency vehicles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Future scope includes emergency priority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81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7DE7403-891F-F2EA-F4B3-962842FF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19ED42D-37AF-D772-CFE8-9ADA89DA9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and Noble Contributions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0BECEE84-B0C7-9263-B5F1-90786524E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0607" y="837008"/>
            <a:ext cx="11729884" cy="560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AI-Based Adaptive Signals: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Traffic lights adjust automatically based on real-time vehicle density instead of fixed timers.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Deep Learning Vehicle Detection: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YOLO is used to accurately detect and count vehicles from live camera feeds.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Congestion Analysis: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The system continuously monitors traffic flow and identifies congested roads instantly.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Accident &amp; Congestion Hotspot Mapping: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Heat maps are generated using historical and live data to identify high-risk zones.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Monitoring Dashboard: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Traffic authorities can view live traffic status, signal timings, and alerts through a web dashboard.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Smart City Ready &amp; Scalable: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The system can be deployed across multiple intersections and integrated with smart city infrastructure.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Cost-Effective Software Solution: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Uses existing cameras and software, reducing the need for expensive hardware.</a:t>
            </a:r>
          </a:p>
        </p:txBody>
      </p:sp>
    </p:spTree>
    <p:extLst>
      <p:ext uri="{BB962C8B-B14F-4D97-AF65-F5344CB8AC3E}">
        <p14:creationId xmlns:p14="http://schemas.microsoft.com/office/powerpoint/2010/main" val="1098128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dirty="0"/>
              <a:t>https://github.com/CodeSamhita/Software-for-Smart-Traffic-Management-Systern-for-Urban-Congestion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15609-3B13-8D1E-4808-50AEEF99E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07347"/>
            <a:ext cx="10668000" cy="50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76200" indent="0">
              <a:buNone/>
            </a:pPr>
            <a:r>
              <a:rPr lang="en-IN" sz="4900" b="1" dirty="0"/>
              <a:t>References (IEEE Format):</a:t>
            </a:r>
          </a:p>
          <a:p>
            <a:pPr marL="76200" indent="0">
              <a:buNone/>
            </a:pPr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[1] J. Redmon et al., "You Only Look Once: Unified, Real-Time Object Detection," CVPR, 2016.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[2] Ultralytics, "YOLO26: Key Architectural Enhancements and Performance Benchmarking for Real-Time Object Detection," arXiv:2509.25164,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[3] IEEE, "IEEE Digital Twin 2025: Fundamentals and Smart City Interaction," IEEE International Conference on Digital Twin,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[4] T. Williams et al., "Digital Simulation Models for Corrective Actions in Social and Physical Systems," IEEE SWC,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[5] IEEE, "IEEE Transactions on Intelligent Transportation Systems: </a:t>
            </a:r>
            <a:r>
              <a:rPr lang="en-IN" sz="4300" dirty="0" err="1">
                <a:latin typeface="Cambria" panose="02040503050406030204" pitchFamily="18" charset="0"/>
                <a:ea typeface="Cambria" panose="02040503050406030204" pitchFamily="18" charset="0"/>
              </a:rPr>
              <a:t>Modeling</a:t>
            </a: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 and Simulation," IEEE-ITSS, 2026.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[6] V. Barot et al., "Edge ML Technique for Smart Traffic Management in Intelligent Transportation Systems," IEEE Xplore, 2024.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[7] S. Kumar et al., "Dynamic Game Theory for Adaptive Mode Choice and Traffic Equilibrium," IEEE CDC, 2023.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[8] R. Sharma et al., "Stochastic Cascade Models of Traffic Congestion Cost," arXiv:2502.13944, 2025.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A709-29AA-EDE6-F0EC-626069BD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BF045-DF0B-6661-7BB5-9E8C12A9E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[9] F. Nekouee, "Real-Time Traffic Density Estimation with YOLOv8 Architectures," Kaggle/GitHub Intelligence, 2024.</a:t>
            </a:r>
          </a:p>
          <a:p>
            <a:pPr marL="76200" indent="0">
              <a:buNone/>
            </a:pPr>
            <a:endParaRPr lang="en-IN" sz="1000" dirty="0"/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[11] M. A. Khan, "Automated Traffic Management System Using Deep Learning," 2024 International Conference on Sustainable Computing, 2024.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[10] A. Cho et al., "Fine-Tuning YOLO for Superior Detection in Aerial and Urban Views," IEEE Access, 2024.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[12] R. Srikanteswara, "Emergency Vehicle Recognition Via Automated Smart Traffic Manager," IEEE EASCT, 2023.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[13] V. Chava, "Smart Traffic Management System using Cooperative Adaptive Cruise Control," IEEE ICAAIC, 2023.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[14] P. Viola and M. Jones, "Rapid Object Detection using a Boosted Cascade of Simple Features," CVPR, 2001.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[15] J. Deng et al., "Arc Face: Additive Angular Margin Loss for Deep Face Recognition," CVPR, 2019.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987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1347</Words>
  <Application>Microsoft Office PowerPoint</Application>
  <PresentationFormat>Widescreen</PresentationFormat>
  <Paragraphs>155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Verdana</vt:lpstr>
      <vt:lpstr>Wingdings</vt:lpstr>
      <vt:lpstr>Bioinformatics</vt:lpstr>
      <vt:lpstr>Smart Traffic Management System for Urban Congestion (AI-Enabled Traffic Control &amp; Accident Hotspot Mapping)</vt:lpstr>
      <vt:lpstr>Problem Statement Number : SIH25050</vt:lpstr>
      <vt:lpstr>Content</vt:lpstr>
      <vt:lpstr>Objectives</vt:lpstr>
      <vt:lpstr>Background and Related for title Selection</vt:lpstr>
      <vt:lpstr>Analysis of Problem Statement</vt:lpstr>
      <vt:lpstr>Analysis of Problem Statement</vt:lpstr>
      <vt:lpstr>IMPLEMENTATION STATUS </vt:lpstr>
      <vt:lpstr>SIMULATION RESULTS</vt:lpstr>
      <vt:lpstr>Analysis of Problem Statement (contd...)</vt:lpstr>
      <vt:lpstr>Analysis of Problem Statement (contd...)</vt:lpstr>
      <vt:lpstr>Innovation and Noble Contributions</vt:lpstr>
      <vt:lpstr>Github Link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Sharma</cp:lastModifiedBy>
  <cp:revision>58</cp:revision>
  <dcterms:modified xsi:type="dcterms:W3CDTF">2026-04-29T05:12:23Z</dcterms:modified>
</cp:coreProperties>
</file>